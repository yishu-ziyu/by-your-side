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讲到这里提醒：合同 4 月 30 日到期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季度回顾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 Q1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新增客户 42 家</a:t>
            </a:r>
          </a:p>
          <a:p>
            <a:r>
              <a:t>续费率 91%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应对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供应商延期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备选两家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